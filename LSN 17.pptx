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8748E-D2C3-4E79-93F6-42D4A5E28473}" v="1" dt="2022-02-08T19:46:47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605494DE-B078-4D87-BB01-C843206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0576B0-CD8C-4661-95C8-A9F2CE7C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FF60E2B-3919-423C-B1FF-56CDE668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122363"/>
            <a:ext cx="3308130" cy="2387600"/>
          </a:xfrm>
        </p:spPr>
        <p:txBody>
          <a:bodyPr>
            <a:normAutofit/>
          </a:bodyPr>
          <a:lstStyle/>
          <a:p>
            <a:pPr algn="l"/>
            <a:r>
              <a:rPr lang="en-US" sz="46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Lesson 17: </a:t>
            </a:r>
            <a:r>
              <a:rPr lang="en-US" sz="4600">
                <a:solidFill>
                  <a:srgbClr val="FFFFFF"/>
                </a:solidFill>
              </a:rPr>
              <a:t>Data Import and Tidy</a:t>
            </a:r>
            <a:endParaRPr lang="en-US" sz="460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602038"/>
            <a:ext cx="3308131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200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  <p:pic>
        <p:nvPicPr>
          <p:cNvPr id="1026" name="Picture 2" descr="What is Tidy Data?. A must-know concept for Data… | by Benedict Neo |  Towards Data Science">
            <a:extLst>
              <a:ext uri="{FF2B5EF4-FFF2-40B4-BE49-F238E27FC236}">
                <a16:creationId xmlns:a16="http://schemas.microsoft.com/office/drawing/2014/main" id="{8F4DED5E-81B6-4B52-96FD-DD293BFA7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0996" y="2276099"/>
            <a:ext cx="6274296" cy="230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17: Data Import and Tidy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Load flat files in R with </a:t>
            </a:r>
            <a:r>
              <a:rPr lang="en-US" sz="3200" dirty="0" err="1"/>
              <a:t>readr</a:t>
            </a:r>
            <a:r>
              <a:rPr lang="en-US" sz="3200" dirty="0"/>
              <a:t> package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Import and read data from an outside source (Flat files, Excel files, CSV)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Know how to tidy data in multiple 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18: Data Import and Tidy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Clean, manipulate, and create data frames using </a:t>
            </a:r>
            <a:r>
              <a:rPr lang="en-US" sz="3200" dirty="0" err="1"/>
              <a:t>tidyr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Know the difference between a </a:t>
            </a:r>
            <a:r>
              <a:rPr lang="en-US" sz="3200" dirty="0" err="1"/>
              <a:t>tibble</a:t>
            </a:r>
            <a:r>
              <a:rPr lang="en-US" sz="3200" dirty="0"/>
              <a:t> and a data frame.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Understand and apply gather(), spread(), separate(), and unite() to create the tidy format</a:t>
            </a:r>
            <a:endParaRPr lang="en-US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122</Words>
  <Application>Microsoft Office PowerPoint</Application>
  <PresentationFormat>Widescreen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17: Data Import and Tidy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2</cp:revision>
  <dcterms:created xsi:type="dcterms:W3CDTF">2022-02-03T16:03:15Z</dcterms:created>
  <dcterms:modified xsi:type="dcterms:W3CDTF">2022-02-08T19:47:19Z</dcterms:modified>
</cp:coreProperties>
</file>